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115" d="100"/>
          <a:sy n="115" d="100"/>
        </p:scale>
        <p:origin x="312" y="11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10/16/2026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10/16/2026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kana-paul/Healthcare_Analytics_Doctor_Visit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3825" y="4225126"/>
            <a:ext cx="6417426" cy="861497"/>
          </a:xfrm>
        </p:spPr>
        <p:txBody>
          <a:bodyPr>
            <a:normAutofit/>
          </a:bodyPr>
          <a:lstStyle/>
          <a:p>
            <a:r>
              <a:rPr sz="2000" dirty="0"/>
              <a:t>Student </a:t>
            </a:r>
            <a:r>
              <a:rPr sz="2000" dirty="0" smtClean="0"/>
              <a:t>Name</a:t>
            </a:r>
            <a:r>
              <a:rPr lang="en-US" sz="2000" dirty="0" smtClean="0"/>
              <a:t>: </a:t>
            </a:r>
            <a:r>
              <a:rPr lang="en-US" sz="2000" dirty="0" err="1" smtClean="0"/>
              <a:t>Ankana</a:t>
            </a:r>
            <a:r>
              <a:rPr lang="en-US" sz="2000" dirty="0" smtClean="0"/>
              <a:t> Paul </a:t>
            </a:r>
            <a:br>
              <a:rPr lang="en-US" sz="2000" dirty="0" smtClean="0"/>
            </a:br>
            <a:r>
              <a:rPr lang="en-US" sz="2000" dirty="0" smtClean="0"/>
              <a:t>University: Techno International </a:t>
            </a:r>
            <a:r>
              <a:rPr lang="en-US" sz="2000" dirty="0" err="1" smtClean="0"/>
              <a:t>Batanagar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endParaRPr lang="en-US" sz="2000" dirty="0" smtClean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13" y="2766951"/>
            <a:ext cx="6573337" cy="743448"/>
          </a:xfrm>
        </p:spPr>
        <p:txBody>
          <a:bodyPr>
            <a:noAutofit/>
          </a:bodyPr>
          <a:lstStyle/>
          <a:p>
            <a:r>
              <a:rPr b="1" dirty="0"/>
              <a:t>Healthcare Analytics for Doctor Visits</a:t>
            </a:r>
            <a:endParaRPr lang="en-IN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Healthcare data contains information about health conditions, healthcare support, and doctor visits</a:t>
            </a:r>
            <a:r>
              <a:rPr lang="en-US" sz="2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Problem: Identify patterns associated with doctor visits and understand how factors such as illness, reduced activity, health status, age, income, gender, and chronic conditions relate to visit frequency.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Description</a:t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813" y="2366007"/>
            <a:ext cx="6431280" cy="360798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This project performs exploratory healthcare analytics on a dataset of 5,190 records. It examines doctor-visit frequency using descriptive statistics, visualizations, group comparisons, correlation analysis, and an exploratory Random Forest regression baseline. </a:t>
            </a:r>
            <a:endParaRPr lang="en-US" sz="2800" dirty="0" smtClean="0"/>
          </a:p>
          <a:p>
            <a:pPr>
              <a:lnSpc>
                <a:spcPct val="150000"/>
              </a:lnSpc>
            </a:pPr>
            <a:r>
              <a:rPr lang="en-US" sz="2800" dirty="0"/>
              <a:t>The analysis is intended for educational understanding of patterns in the supplied dataset, not for clinical diagnosis or decision-making.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70000" lnSpcReduction="20000"/>
          </a:bodyPr>
          <a:lstStyle/>
          <a:p>
            <a:pPr>
              <a:defRPr sz="1900"/>
            </a:pPr>
            <a:r>
              <a:rPr lang="en-US" sz="3600" dirty="0" smtClean="0"/>
              <a:t>Students </a:t>
            </a:r>
            <a:r>
              <a:rPr lang="en-US" sz="3600" dirty="0"/>
              <a:t>learning healthcare analytics and data analysis</a:t>
            </a:r>
          </a:p>
          <a:p>
            <a:pPr>
              <a:defRPr sz="1900"/>
            </a:pPr>
            <a:r>
              <a:rPr lang="en-US" sz="3600" dirty="0" smtClean="0"/>
              <a:t>Data </a:t>
            </a:r>
            <a:r>
              <a:rPr lang="en-US" sz="3600" dirty="0"/>
              <a:t>analysts exploring healthcare utilization patterns</a:t>
            </a:r>
          </a:p>
          <a:p>
            <a:pPr>
              <a:defRPr sz="1900"/>
            </a:pPr>
            <a:r>
              <a:rPr lang="en-US" sz="3600" dirty="0" smtClean="0"/>
              <a:t> </a:t>
            </a:r>
            <a:r>
              <a:rPr lang="en-US" sz="3600" dirty="0"/>
              <a:t>Academic instructors demonstrating exploratory data analysis</a:t>
            </a:r>
          </a:p>
          <a:p>
            <a:pPr>
              <a:defRPr sz="1900"/>
            </a:pPr>
            <a:r>
              <a:rPr lang="en-US" sz="3600" dirty="0" smtClean="0"/>
              <a:t>Researchers </a:t>
            </a:r>
            <a:r>
              <a:rPr lang="en-US" sz="3600" dirty="0"/>
              <a:t>using the dataset for educational pattern </a:t>
            </a:r>
            <a:r>
              <a:rPr lang="en-US" sz="3600" dirty="0" smtClean="0"/>
              <a:t>analysis</a:t>
            </a:r>
            <a:endParaRPr lang="en-US" sz="3600" dirty="0"/>
          </a:p>
          <a:p>
            <a:pPr>
              <a:defRPr sz="1900"/>
            </a:pPr>
            <a:r>
              <a:rPr lang="en-US" sz="3600" dirty="0"/>
              <a:t>Primary end user for this DIY project: students/instructors in an academic setting.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60905" y="1872011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/>
              <a:t>Python </a:t>
            </a:r>
            <a:r>
              <a:rPr lang="en-IN" dirty="0" smtClean="0"/>
              <a:t>3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pandas </a:t>
            </a:r>
            <a:r>
              <a:rPr lang="en-US" dirty="0"/>
              <a:t>– data loading, cleaning and aggregation</a:t>
            </a:r>
          </a:p>
          <a:p>
            <a:pPr lvl="1">
              <a:lnSpc>
                <a:spcPct val="150000"/>
              </a:lnSpc>
            </a:pPr>
            <a:r>
              <a:rPr lang="en-IN" dirty="0" err="1"/>
              <a:t>NumPy</a:t>
            </a:r>
            <a:r>
              <a:rPr lang="en-IN" dirty="0"/>
              <a:t> – numerical analysis</a:t>
            </a:r>
          </a:p>
          <a:p>
            <a:pPr lvl="1">
              <a:lnSpc>
                <a:spcPct val="150000"/>
              </a:lnSpc>
            </a:pPr>
            <a:r>
              <a:rPr lang="en-IN" dirty="0" err="1"/>
              <a:t>Matplotlib</a:t>
            </a:r>
            <a:r>
              <a:rPr lang="en-IN" dirty="0"/>
              <a:t> – visualizations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scikit</a:t>
            </a:r>
            <a:r>
              <a:rPr lang="en-US" dirty="0"/>
              <a:t>-learn – exploratory Random Forest regression</a:t>
            </a:r>
          </a:p>
          <a:p>
            <a:pPr lvl="1">
              <a:lnSpc>
                <a:spcPct val="150000"/>
              </a:lnSpc>
            </a:pPr>
            <a:r>
              <a:rPr lang="en-IN" dirty="0" err="1"/>
              <a:t>Jupyter</a:t>
            </a:r>
            <a:r>
              <a:rPr lang="en-IN" dirty="0"/>
              <a:t> Notebook – reproducible analysis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python-</a:t>
            </a:r>
            <a:r>
              <a:rPr lang="en-IN" dirty="0" err="1"/>
              <a:t>docx</a:t>
            </a:r>
            <a:r>
              <a:rPr lang="en-IN" dirty="0"/>
              <a:t> / python-</a:t>
            </a:r>
            <a:r>
              <a:rPr lang="en-IN" dirty="0" err="1"/>
              <a:t>pptx</a:t>
            </a:r>
            <a:r>
              <a:rPr lang="en-IN" dirty="0"/>
              <a:t> – project documentation</a:t>
            </a:r>
          </a:p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239374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86643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8355281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sz="1400" dirty="0"/>
              <a:t>GitHub Repository: </a:t>
            </a:r>
            <a:r>
              <a:rPr lang="en-IN" sz="1400" dirty="0">
                <a:hlinkClick r:id="rId3"/>
              </a:rPr>
              <a:t>https://github.com/ankana-paul/Healthcare_Analytics_Doctor_Visits</a:t>
            </a:r>
            <a:endParaRPr lang="en-IN" b="0" u="sng" dirty="0"/>
          </a:p>
        </p:txBody>
      </p:sp>
      <p:pic>
        <p:nvPicPr>
          <p:cNvPr id="31" name="Picture 30" descr="visi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822" y="1350818"/>
            <a:ext cx="3337560" cy="2021339"/>
          </a:xfrm>
          <a:prstGeom prst="rect">
            <a:avLst/>
          </a:prstGeom>
        </p:spPr>
      </p:pic>
      <p:pic>
        <p:nvPicPr>
          <p:cNvPr id="32" name="Picture 31" descr="numeric_correla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1703" y="1275371"/>
            <a:ext cx="3337560" cy="2021339"/>
          </a:xfrm>
          <a:prstGeom prst="rect">
            <a:avLst/>
          </a:prstGeom>
        </p:spPr>
      </p:pic>
      <p:pic>
        <p:nvPicPr>
          <p:cNvPr id="33" name="Picture 32" descr="chronic_stat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350818"/>
            <a:ext cx="3337560" cy="202133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22959" y="4460885"/>
            <a:ext cx="97840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dirty="0"/>
              <a:t>Key results: 79.8% of records have zero visits</a:t>
            </a:r>
            <a:r>
              <a:rPr dirty="0" smtClean="0"/>
              <a:t>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dirty="0" smtClean="0"/>
              <a:t>`</a:t>
            </a:r>
            <a:r>
              <a:rPr dirty="0"/>
              <a:t>reduced` has the strongest positive main numerical correlation (0.419); </a:t>
            </a:r>
            <a:endParaRPr lang="en-US" dirty="0" smtClean="0"/>
          </a:p>
          <a:p>
            <a:pPr>
              <a:defRPr sz="1300"/>
            </a:pPr>
            <a:r>
              <a:rPr lang="en-US" dirty="0"/>
              <a:t>	 </a:t>
            </a:r>
            <a:r>
              <a:rPr lang="en-US" dirty="0" smtClean="0"/>
              <a:t>         </a:t>
            </a:r>
            <a:r>
              <a:rPr dirty="0" smtClean="0"/>
              <a:t>long-term </a:t>
            </a:r>
            <a:r>
              <a:rPr dirty="0"/>
              <a:t>chronic = yes has 0.603 average visits vs 0.262 for no.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69" y="406631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5000" b="1" dirty="0" smtClean="0">
                <a:solidFill>
                  <a:schemeClr val="tx1"/>
                </a:solidFill>
              </a:rPr>
              <a:t>Thank you</a:t>
            </a:r>
            <a:endParaRPr lang="en-US" sz="5000" b="1" dirty="0">
              <a:solidFill>
                <a:schemeClr val="tx1"/>
              </a:solidFill>
            </a:endParaRP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</p:bldLst>
  </p:timing>
</p:sld>
</file>

<file path=ppt/theme/theme1.xml><?xml version="1.0" encoding="utf-8"?>
<a:theme xmlns:a="http://schemas.openxmlformats.org/drawingml/2006/main" name="Facet">
  <a:themeElements>
    <a:clrScheme name="Custom 2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000000"/>
      </a:hlink>
      <a:folHlink>
        <a:srgbClr val="00000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588</TotalTime>
  <Words>228</Words>
  <Application>Microsoft Office PowerPoint</Application>
  <PresentationFormat>Widescreen</PresentationFormat>
  <Paragraphs>28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Healthcare Analytics for Doctor Visits</vt:lpstr>
      <vt:lpstr>PROBLEM  STATEMENT</vt:lpstr>
      <vt:lpstr>Project Description  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user</cp:lastModifiedBy>
  <cp:revision>77</cp:revision>
  <dcterms:created xsi:type="dcterms:W3CDTF">2021-07-11T13:13:15Z</dcterms:created>
  <dcterms:modified xsi:type="dcterms:W3CDTF">2026-10-16T09:57:16Z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